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 · 30s]
Silencio de abertura. Nome, o que voce faz, e por que esta aula existe: o livro so funciona se for usado. Esta aula garante que ele seja.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 · 30s]
Leia o subtitulo em voz alta. Ele e a promessa da aula: nao e resumo do livro, e o metodo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[01:00 · 1min]
Deixe a pergunta no ar. Peca para pensarem num numero. A diferenca entre ler e mudar nao e o livro: e o uso. Esta aula e sobre o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[02:00 · 1min]
Contrato da aula. Diga que o mais importante e o segundo item: eles nao saem so com teoria, saem com uma entrega pronta.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 · 20s]
Transicao. Antes do metodo, o diagnostico do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[03:20 · 1min40s]
Exemplo das duas cafeterias, do Capitulo 01. Pergunte: qual delas voce recomendaria a um amigo? A tecnologia ajuda as duas — mas so a segunda tem o que amplificar.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 · 1min20s]
Esta e a frase-chave do livro. Diga devagar. Tudo o que vem depois na aula se apoia nela.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[06:20 · 1min40s]
Os cinco sintomas do Capitulo 05. Peca para levantarem a mao em cada um. Essa contagem cria a consciencia do problema — e a necessidade do metodo.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 · 20s]
Transicao. Para usar bem a ferramenta, basta entender como ela 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[08:20 · 1min40s]
Capitulo 02. Use o jogo do "Era uma vez..." — qual a proxima palavra? Eles entendem em cinco segundos o que e previsao.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· 1min30s]
Se der tempo e houver tela, faca os dois pedidos ao vivo. O contraste e o argumento mais forte da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[11:30 · 1min30s]
Conceito central do Capitulo 02. Reforce: a maioria do mercado tenta usar so a terceira. Por isso o resultado e generico.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· 1min30s]
Capitulo 02. A nota do rodape sobre tokens e pratica: muita gente perde trabalho por nao saber disso.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· 20s]
Transicao. Agora que sabem como a IA pensa, o mapa do caminho.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[14:50 · 2min]
Insista na ordem. O erro mais comum e pular para o Capitulo 10 (comunicacao) sem ter feito o 4 e 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[16:50 · 2min10s]
Passe rapido. O ponto nao e detalhar cada capitulo — e mostrar que sao sete entregas, nao sete leituras.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· 20s]
Transicao. Este e o bloco mais importante. Avise que vale anotar.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[19:20 · 40s]
Pausa. Resposta: um ciclo repetido sete vezes. Nao e inspiracao — e metodo.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· 1min30s]
Mostre o ciclo inteiro antes de detalhar. Eles precisam ver o desenho completo para entender por que nao se pula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· 2min]
Muita gente pula o audio. Diga explicitamente que o audio muda a qualidade do insumo que vai para o agente.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· 2min]
A nomenclatura e o detalhe que mais gera problema depois. Mostre na tela o nome exato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· 2min]
O atalho dentro do agente e obrigatorio e quase todo mundo esquece. Repita duas vezes: atalho primeiro, respostas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[27:30 · 2min]
Este e o ponto de falha numero um do metodo. Insista: dois arquivos por capitulo,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· 1min30s]
Aqui eles entendem por que a ordem importa. Sem o relatorio anterior, o agente seguinte trabalha cego.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· 20s]
Transicao. Fim da teoria. Aqui eles abrem o computador.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[31:20 · 4min]
EXERCICIO AO VIVO. Cronometre 3 minutos de silencio real para escreverem. Nao fale durante. Depois peca um voluntario para ler a resposta 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[35:20 · 2min]
Exemplo do medico, do Capitulo 04. Use para corrigir ao vivo a resposta do voluntario: mostre como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[37:20 · 1min40s]
Momento de responsabilidade. A IA devolve padroes; criterio e deles. Sem essa etapa, o Brand Book final sai bonito e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· 20s]
Transicao. Mostre onde tudo isso desemboca.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[39:20 · 2min]
A maioria nunca usa o proprio brand book porque ele foi feito como entrega final. Este e diferente: nasce das respostas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[41:20 · 1min40s]
Frase de fechamento conceitual da aula. Depois dela, so plano e oferta.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 · 20s]
Transicao. Saem daqui com data marcada, nao com intencao.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[43:20 · 1min40s]
Peca para abrirem a agenda agora e marcarem os quatro blocos. Compromisso com data cumpre; intencao nao.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· 1min40s]
Recapitulacao operacional. Se eles lembrarem so de um slide da aula, que seja 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[46:40 · 2min20s]
OFERTA. Preencher cupom, link e prazo antes de apresentar. Argumento central: o digital da acesso, o fisico sustenta o habito de escrever no livro — e o metodo depende de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· 1min]
Encerramento. Convide para postar uma foto com o livro e marcar @kellyalbert.brand. Abra para perguntas se o formato permitir.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768169"/>
            <a:ext cx="2926080" cy="75066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006840" y="4576572"/>
            <a:ext cx="14630" cy="1133856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4867767"/>
            <a:ext cx="2926080" cy="5514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3593592"/>
            <a:ext cx="1499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</a:t>
            </a:r>
            <a:endParaRPr lang="en-US" sz="7500" dirty="0"/>
          </a:p>
        </p:txBody>
      </p:sp>
      <p:sp>
        <p:nvSpPr>
          <p:cNvPr id="4" name="Text 1"/>
          <p:cNvSpPr txBox="1"/>
          <p:nvPr/>
        </p:nvSpPr>
        <p:spPr>
          <a:xfrm>
            <a:off x="1538935" y="4791456"/>
            <a:ext cx="1371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Aula</a:t>
            </a:r>
            <a:pPr indent="0" marL="0">
              <a:buNone/>
            </a:pPr>
            <a:r>
              <a:rPr lang="en-US" sz="3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| Como transformar o livro no Brand Book Vivo da sua marca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44422" y="7790688"/>
            <a:ext cx="12802" cy="896112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764938" y="7790688"/>
            <a:ext cx="12802" cy="896112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87107" y="7790688"/>
            <a:ext cx="12802" cy="896112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694469" y="7790688"/>
            <a:ext cx="12802" cy="896112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8074152"/>
            <a:ext cx="2651760" cy="6802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83480" y="79004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Método 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Marca</a:t>
            </a:r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Essência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©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680960" y="7790688"/>
            <a:ext cx="1920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«MÊS/ANO»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40416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PERGUNTA QUE CONDUZ ESTA AULA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4572000"/>
            <a:ext cx="1325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Quantos livros de negócio você já comprou —</a:t>
            </a:r>
            <a:endParaRPr lang="en-US" sz="5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5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 quantos realmente mudaram a sua marca?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LEVA DESTA AULA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 50 minutos, três coisas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saem daqui com você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1148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método de uso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349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 de cinco passos que transforma cada capítulo em um diagnóstico da sua marca.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05449" y="452628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2609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42609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Capítulo 04 feito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42609" y="5349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sai desta aula com a sua Autoimagem Estratégica já respondida e processada.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043209" y="452628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80369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180369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plano de 4 semanas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180369" y="5349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ritmo para chegar ao Brand Book Vivo sem abandonar no meio do caminho.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ERRO DE ORIGEM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ERRO DE ORIGEM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virou substituta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que nunca foi construído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29768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37169" y="4709160"/>
            <a:ext cx="14630" cy="310896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47091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CAFETERIA SEM RAIZ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12978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Posta fotos bonitas de xícaras, mas nunca diz o que a diferencia.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608076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Conteúdo genérico. Some no ruído. A IA aqui só acelera a produção de mais do mesmo.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7091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CAFETERIA COM ESSÊNCIA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512978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Nasceu para resgatar o café artesanal, de pequenos produtores locais.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608076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Território claro. A IA aqui amplifica uma mensagem que já existe — e por isso funciona.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3108960"/>
            <a:ext cx="1325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PRINCÍPIO DO LIVRO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3566160"/>
            <a:ext cx="13258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Essência não se replica.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não se terceiriza.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943600"/>
            <a:ext cx="82296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6172200"/>
            <a:ext cx="1325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matemático: ela devolve na mesma medida em que você a alimenta. Com confusão, devolve confusão. Com clareza, devolve precisão.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AUTODIAGNÓSTICO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Reconhece algum destes sintomas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na sua marca?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297680"/>
            <a:ext cx="1188720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3137" y="4828032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8897" y="4709160"/>
            <a:ext cx="11503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 marca é constantemente comparada com concorrentes genéricos.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3137" y="5541264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88897" y="5422392"/>
            <a:ext cx="11503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Seus clientes chegam sem saber o que você faz exatamente.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6254496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88897" y="6135624"/>
            <a:ext cx="11503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muda o discurso conforme a tendência do dia.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6967728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88897" y="6848856"/>
            <a:ext cx="11503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atrai quem paga, mas não valoriza.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3137" y="7680960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8897" y="7562088"/>
            <a:ext cx="11503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Seu conteúdo tem forma, mas não tem força.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04849" y="8503920"/>
            <a:ext cx="1188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 você marcou dois ou mais, o problema não é falta de conteúdo. É falta de estrutura.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COMO A IA PENSA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MOTOR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não adivinha. Ela calcula.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93192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34340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cada palavra que você escreve, ela analisa o contexto e prevê a próxima mais provável, com base em tudo o que já leu. Não é magia. É previsão.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6035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Reconhecimento de padrões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651052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Foi treinada com milhões de textos e aprendeu a identificar padrões de palavras e ideias.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05449" y="6035040"/>
            <a:ext cx="14630" cy="19202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2609" y="6035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Previsão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242609" y="651052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Quando você escreve, ela calcula qual é a próxima palavra mais provável.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043209" y="6035040"/>
            <a:ext cx="14630" cy="19202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80369" y="6035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Sentido aparente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180369" y="651052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parece inteligente, mas é cálculo. A IA não pensa — ela prevê.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CONSEQUÊNCIA PRÁTICA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371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sobre saber usar tecnologia.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sobre saber pedir com intenção.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5720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37169" y="4983480"/>
            <a:ext cx="14630" cy="310896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49834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GENÉRICO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0410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post.”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6355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vai ser qualquer coisa — porque qualquer coisa atende ao pedido.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9834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COM CONTEXTO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540410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 para minha cafeteria artesanal, que valoriza pequenos produtores, voltada a um público que busca experiência e não preço.”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6355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muda completamente. O contexto não é enfeite: é o que produz precisão.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TRIPÉ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Três inteligências precisam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estar alinhadas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38912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51480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Inteligência Humana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62356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 visão, sua história, seus valores. O que só você tem.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05449" y="480060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260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42609" y="51480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Inteligência Estratégica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42609" y="562356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sobre onde quer chegar, com quais produtos, com qual posicionamento.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043209" y="480060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8036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180369" y="51480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Inteligência Artificial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180369" y="562356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ferramenta que amplifica tudo isso — desde que bem orientada.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304849" y="722376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4849" y="7498080"/>
            <a:ext cx="1280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 faltar uma das três, a marca enfraquece. Se as três estiverem alinhadas, a IA se torna sua sócia invisível.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DÁ ERRADO SEM CLAREZA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Três riscos que você precisa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saber reconhecer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38912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800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Alucinação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52760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inventa informação falsa com total confiança. Sempre peça as fontes.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05449" y="4800600"/>
            <a:ext cx="14630" cy="19202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42609" y="4800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Viés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42609" y="52760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repete preconceitos que estavam nos dados com que foi treinada.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043209" y="4800600"/>
            <a:ext cx="14630" cy="19202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180369" y="4800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Desconexão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180369" y="52760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fica bonito, mas não tem nada a ver com a sua marca real.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04849" y="704088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4849" y="7315200"/>
            <a:ext cx="1280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não tem consciência crítica. Ela devolve padrões. Quem filtra, adapta e decide é você.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304849" y="832104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Toda conversa tem limite de memória. Quando ele estoura, ela começa a esquecer ou a inventar — abra um chat novo.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MAPA DO LIVRO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ESTRUTURA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Quatro pilares, onze capítulos,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destino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38912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Consciência &amp; Essência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62356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Fundamentos, despertar e autoconsciência. Capítulos 1 a 4.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1009" y="480060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0816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Estrutura &amp; Posicionamento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62356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Organização da base, identidade e expressão. Capítulos 5 a 8.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4329" y="480060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148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Expansão &amp; Experiência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62356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Consolidação, entrega e experiência de marca. Capítulos 9 e 10.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277649" y="4800600"/>
            <a:ext cx="14630" cy="20116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41480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Gestão Viva &amp; Cultura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62356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Liderança, perenidade e cultura interna. Capítulo 11.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04849" y="722376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04849" y="749808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ordem não é sugestão. Cada pilar só se sustenta sobre o anterior.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716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OS CAPÍTULOS QUE GERAM ENTREGA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um responde uma camada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 sua identidade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04849" y="34290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36301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173529" y="3575304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 Estratégica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173529" y="3941064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é você no seu negócio.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304849" y="423367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04849" y="4434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173529" y="4379976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Claro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4745736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lugar da sua marca no mundo.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304849" y="5038344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4849" y="5239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73529" y="5184648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Personalidade e Voz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173529" y="5550408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linguagem viva da sua marca.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04849" y="5843016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4849" y="60441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173529" y="5989320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Arquitetura de Marca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2173529" y="6355080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estrutural como fundamento do crescimento.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304849" y="6647688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04849" y="68488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08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173529" y="6793992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Expressão Visual com Propósito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159752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Identidade visual que comunica.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304849" y="745236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04849" y="7653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09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73529" y="7598664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na Prática</a:t>
            </a:r>
            <a:endParaRPr lang="en-US" sz="2700" dirty="0"/>
          </a:p>
        </p:txBody>
      </p:sp>
      <p:sp>
        <p:nvSpPr>
          <p:cNvPr id="27" name="Text 25"/>
          <p:cNvSpPr txBox="1"/>
          <p:nvPr/>
        </p:nvSpPr>
        <p:spPr>
          <a:xfrm>
            <a:off x="2173529" y="7964424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Proposta de valor e narrativa central.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304849" y="82570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04849" y="8458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173529" y="8403336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Presença e Comunicação</a:t>
            </a:r>
            <a:endParaRPr lang="en-US" sz="2700" dirty="0"/>
          </a:p>
        </p:txBody>
      </p:sp>
      <p:sp>
        <p:nvSpPr>
          <p:cNvPr id="31" name="Text 29"/>
          <p:cNvSpPr txBox="1"/>
          <p:nvPr/>
        </p:nvSpPr>
        <p:spPr>
          <a:xfrm>
            <a:off x="2173529" y="8769096"/>
            <a:ext cx="1380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marca em todos os pontos de contato.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304849" y="9061704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5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40416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SEPARA QUEM LÊ DE QUEM MUDA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4572000"/>
            <a:ext cx="1325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transforma</a:t>
            </a:r>
            <a:endParaRPr lang="en-US" sz="5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5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uma leitura em marca?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passos, repetidos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 cada capítulo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4864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4849" y="544068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570585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Ler o capítulo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67505" y="544068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67505" y="570585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Ouvir o áudio no Spotify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230161" y="544068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30161" y="570585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Responder no Google Docs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192817" y="544068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92817" y="570585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Processar no Agente de IA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155473" y="5440680"/>
            <a:ext cx="91440" cy="9144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55473" y="570585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Salvar o relatório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04849" y="768096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04849" y="7955280"/>
            <a:ext cx="1280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passo é opcional. O relatório de cada capítulo é o insumo do capítulo seguinte.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·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377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CAPÍTULO E O ÁUDIO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88036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Ler e ouvir — nessa ordem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29768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7169" y="4709160"/>
            <a:ext cx="14630" cy="310896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04849" y="47091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1 · O CAPÍTULO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12978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Leia sem pressa, com caneta na mão.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608076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não é um livro para ser lido correndo. É para ser vivido e usado como ferramenta real. Marque o que doeu — geralmente é ali que está a resposta.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70916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2 · O ÁUDIO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12978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o QR Code e ouça o áudio complementar no Spotify.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985809" y="608076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áudio não repete o capítulo: ele aprofunda. Ouça antes de responder as perguntas — muda a qualidade das respostas.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5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377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DOCUMENTO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88036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Responder no Google Docs —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 salvar com o nome certo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66344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22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Acesse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8978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o QR Code do capítulo ou clique no link para abrir o arquivo de perguntas no Google Docs.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05449" y="5074920"/>
            <a:ext cx="14630" cy="23774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42609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242609" y="5422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ali mesmo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42609" y="58978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próprio arquivo, sem resumir. Resposta curta gera diagnóstico raso.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1043209" y="5074920"/>
            <a:ext cx="14630" cy="237744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80369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1180369" y="5422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 este nome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180369" y="58978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X – Perguntas e Respostas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nomenclatura não é burocracia: é o que faz o efeito acumulado funcionar.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377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88036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de IA não é um chat comum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297680"/>
            <a:ext cx="1225296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4709160"/>
            <a:ext cx="12252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São consultores criados no ChatGPT especialmente para este livro. Eles interpretam o que você escreve, conectam suas ideias e devolvem um relatório estruturado — não uma resposta genérica.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323137" y="6428232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88897" y="6309360"/>
            <a:ext cx="11868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o QR Code do capítulo para abrir o agente correspondente.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7086600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88897" y="6967728"/>
            <a:ext cx="11868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primeiro no atalho que existe dentro de todos os agentes.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7744968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88897" y="7626096"/>
            <a:ext cx="11868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Só depois cole ou anexe suas perguntas e respostas.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3137" y="8403336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8897" y="8284464"/>
            <a:ext cx="11868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Confira se o capítulo do agente é o mesmo das suas respostas.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7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377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88036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 é o ativo —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a conversa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66344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7169" y="5074920"/>
            <a:ext cx="14630" cy="310896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0484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A MAIORIA FAZ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4955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Lê a resposta na tela, acha interessante e fecha o chat.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64465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trabalho evapora. No capítulo seguinte, não há o que anexar — e o efeito acumulado nunca começa.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O MÉTODO PEDE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4955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o relatório como: Relatório/Diagnóstico – Capítulo X.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985809" y="64465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Dois arquivos por capítulo, sempre: as respostas e o relatório. Eles são a base de todo o processo.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5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EFEITO ACUMULADO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371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partir do Capítulo 5, você sempre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anexa os relatórios anteriores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57784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4849" y="553212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73729" y="553212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7372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 04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42609" y="553212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4260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711489" y="553212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1148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180369" y="5532120"/>
            <a:ext cx="91440" cy="91440"/>
          </a:xfrm>
          <a:prstGeom prst="ellipse">
            <a:avLst/>
          </a:prstGeom>
          <a:solidFill>
            <a:srgbClr val="A5A4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8036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 a 10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tudo o que veio antes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649249" y="5532120"/>
            <a:ext cx="91440" cy="9144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649249" y="579729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304849" y="786384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04849" y="813816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agente vai “lembrando” do que já foi construído. É um quebra-cabeça: cada peça tem valor, mas só o conjunto forma a imagem da sua marca.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AGORA COM A SUA MARCA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716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 · AUTOIMAGEM ESTRATÉGICA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posicionar uma marca, é preciso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posicionar quem está por trás dela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04849" y="356616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384048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três destas sete perguntas agora. As outras quatro, hoje à noite.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04849" y="443484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04849" y="4636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173529" y="4581144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Quais momentos da sua história moldaram quem você é como empresário?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304849" y="5038344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04849" y="5239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5184648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características da sua personalidade aparecem no seu negócio?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04849" y="5641848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4849" y="5843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73529" y="5788152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Qual papel você mais exerce — e qual você evita assumir?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304849" y="624535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04849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73529" y="6391656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decisões você percebe que costuma repetir ao longo do tempo?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1304849" y="6848856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04849" y="70500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73529" y="6995160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influências da sua história afetam o jeito como você toca o negócio?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304849" y="745236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04849" y="7653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598664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já está mudando em você, mas ainda não apareceu na marca?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1304849" y="8055864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04849" y="82570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73529" y="8202168"/>
            <a:ext cx="1380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hoje já não combina mais com você — e não deve mais ser da marca?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304849" y="8659368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QUALIDADE DO INSUMO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Resposta rasa gera diagnóstico raso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37169" y="4434840"/>
            <a:ext cx="14630" cy="310896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484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RASO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485546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“Sou clínico geral.”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8064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Correto, mas não comunica nada além do básico. No meio de milhares de médicos, fica invisível.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PROFUNDO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85546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“Ajudo famílias a manterem a saúde ao longo do tempo, prevenindo e cuidando com proximidade.”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8064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História, diferencial real e essência revelada. Não é inventar um título: é nomear o que já estava ali.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04849" y="802843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725473" y="8138160"/>
            <a:ext cx="1329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estratégico — não um terapeuta. Ela não cria sua verdade: devolve com nitidez o que você já disse.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ACEITAR QUALQUER RELATÓRIO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organiza.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valida é você.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480560"/>
            <a:ext cx="1225296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3137" y="5010912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8897" y="4892040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Isso é realmente verdade sobre a minha marca, ou só soa bem?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3137" y="5724144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88897" y="5605272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Eu conseguiria sustentar essa promessa na próxima segunda-feira?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6437376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88897" y="6318504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Há alguma afirmação aqui que eu não reconheço como minha?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7150608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88897" y="7031736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Ele citou alguma informação como fato? Peça a fonte.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849" y="795528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4849" y="8229600"/>
            <a:ext cx="1225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não validar hoje vira base errada para os sete capítulos seguintes.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7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371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um PDF morto.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a chama acesa da sua identidade.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5720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983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ele organiza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545896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sua marca é, o que entrega, o que promete, como se comunica e como se sustenta no tempo.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05449" y="4983480"/>
            <a:ext cx="14630" cy="228600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42609" y="4983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 onde ele nasce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42609" y="545896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Dos seus sete relatórios — não de um modelo genérico. É feito com você, por você.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043209" y="4983480"/>
            <a:ext cx="14630" cy="228600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180369" y="4983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 que ele serve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180369" y="545896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Avaliar se cada nova ação é coerente com a essência declarada. Não para arquivar: para usar.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04849" y="786384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4849" y="813816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Reúna os relatórios dos capítulos 4 ao 10, anexe no agente do Capítulo 11 e salve como: Brand Book + nome da marca + data.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7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3108960"/>
            <a:ext cx="1325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LIMITE E O PODER DA FERRAMENTA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3566160"/>
            <a:ext cx="13258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não cria a sua essência.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cuida dela.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943600"/>
            <a:ext cx="82296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6172200"/>
            <a:ext cx="1325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só organiza o que você tiver coragem de declarar. A tecnologia não substitui sua essência — ela amplifica.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SEU PLANO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RITMO QUE FUNCIONA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Quatro semanas até o seu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38912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84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62356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1 a 4. Termine a Autoimagem Estratégica que você começou aqui.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1009" y="4800600"/>
            <a:ext cx="14630" cy="210312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0816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62356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5 e 6. Posicionamento e voz — o par que mais muda a comunicação.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4329" y="4800600"/>
            <a:ext cx="14630" cy="210312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148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62356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7 e 8. Arquitetura e expressão visual.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277649" y="4800600"/>
            <a:ext cx="14630" cy="210312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414809" y="4800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514807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62356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9, 10 e 11. Proposta de valor, presença e o Brand Book.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04849" y="731520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04849" y="758952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capítulo por vez, sem pular. Quem tenta fazer tudo em um fim de semana entrega respostas rasas — e recebe diagnóstico raso.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201168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FAZ O MÉTODO FALHAR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51460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erros — todos evitáveis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225296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3137" y="4553712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8897" y="4434840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Pular etapas. Cada relatório é insumo do capítulo seguinte.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3137" y="5266944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88897" y="5148072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salvar os dois arquivos: as respostas e o relatório.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5980176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88897" y="5861304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Aceitar o relatório sem validar o que está escrito.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6693408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88897" y="6574536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Misturar capítulos: verifique sempre se o agente é o mesmo das respostas.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3137" y="7406640"/>
            <a:ext cx="68580" cy="68580"/>
          </a:xfrm>
          <a:prstGeom prst="ellipse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8897" y="7287768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Colar as respostas antes de clicar no atalho dentro do agente.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04849" y="7772400"/>
            <a:ext cx="1097280" cy="36576"/>
          </a:xfrm>
          <a:prstGeom prst="rect">
            <a:avLst/>
          </a:prstGeom>
          <a:solidFill>
            <a:srgbClr val="A97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04849" y="8046720"/>
            <a:ext cx="1225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deles é sobre inteligência. Todos são sobre método.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371600"/>
            <a:ext cx="16230600" cy="7315200"/>
          </a:xfrm>
          <a:prstGeom prst="roundRect">
            <a:avLst>
              <a:gd name="adj" fmla="val 5250"/>
            </a:avLst>
          </a:prstGeom>
          <a:solidFill>
            <a:srgbClr val="F8F7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37360" y="210312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 CONTINUAR A PARTIR DAQUI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256032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LIVRO NA SUA MÃO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1737360" y="4114800"/>
            <a:ext cx="14813280" cy="1463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3736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já tem o livro digital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Ele acompanha esta aula. Todos os QR Codes, links, agentes e documentos estão nele.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537960" y="4526280"/>
            <a:ext cx="14630" cy="24688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30% de desconto no livro físico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fez esta aula leva a edição impressa com 30% de desconto.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Cupom: «INSERIR CUPOM»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1475720" y="4526280"/>
            <a:ext cx="14630" cy="2468880"/>
          </a:xfrm>
          <a:prstGeom prst="rect">
            <a:avLst/>
          </a:prstGeom>
          <a:solidFill>
            <a:srgbClr val="E2E1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61288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61288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 que ter o físico também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61288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é um livro para ser escrito, marcado e riscado. O digital dá acesso; o físico sustenta o hábito.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786384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«INSERIR LINK DE COMPRA»   ·   Oferta válida até «INSERIR PRAZO»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4206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AGORA É COM VOCÊ.</a:t>
            </a:r>
            <a:endParaRPr lang="en-US" sz="4800" dirty="0"/>
          </a:p>
        </p:txBody>
      </p:sp>
      <p:pic>
        <p:nvPicPr>
          <p:cNvPr id="4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935" y="5486400"/>
            <a:ext cx="2194560" cy="56299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77640" y="5413248"/>
            <a:ext cx="12802" cy="713232"/>
          </a:xfrm>
          <a:prstGeom prst="rect">
            <a:avLst/>
          </a:prstGeom>
          <a:solidFill>
            <a:srgbClr val="1C1C1A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532120"/>
            <a:ext cx="2194560" cy="41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KA Inteligencia para Marcas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com Essência — A Aula</dc:title>
  <dc:subject>PptxGenJS Presentation</dc:subject>
  <dc:creator>KA Inteligencia para Marcas</dc:creator>
  <cp:lastModifiedBy>KA Inteligencia para Marcas</cp:lastModifiedBy>
  <cp:revision>1</cp:revision>
  <dcterms:created xsi:type="dcterms:W3CDTF">2026-09-18T18:19:50Z</dcterms:created>
  <dcterms:modified xsi:type="dcterms:W3CDTF">2026-09-18T18:19:50Z</dcterms:modified>
</cp:coreProperties>
</file>